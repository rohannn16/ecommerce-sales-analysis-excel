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9BA1-D329-65B9-27DB-1198DE80F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7BEA3-584A-0354-41EA-8941CD583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120DA-B560-F4D2-8109-9A7E705B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EA822-C4AC-E0E9-9E7B-9E041ABC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613B0-F057-7BA4-D0F5-F5AA9098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7ECA-4899-9D90-30BD-DFE998E6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AD1DE-5608-72D2-3F1B-6CEC9ED88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38A20-7382-0170-0778-73838213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C27E-FE14-1D50-A046-B96B8211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09D11-6119-1229-C62A-2349CD6E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07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4719-87FA-4567-D5B6-F5E4183A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5F48-5E53-C5F7-E89D-0F497C2C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D43FF-7C2E-4AD0-4201-D5112634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78404-20DC-0DE2-6ED1-412F028A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4254D-E5EB-FABD-72E2-8D344374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76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7A47-C0EC-2577-D0E3-1FA79BDFE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141C3-0284-5C3E-C6A9-0FBE240A0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690FB-0431-5373-F785-DDAA9FD5D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9A899-9C7F-9549-63A0-EACBB0E3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CEF0E-4E8D-F2AD-736A-32BFBC6C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00844-858D-57B7-A5F9-C4133101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35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2DA8-58AF-DA73-8560-DFD66783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0479E-8CC9-3294-AFAC-F34810CDA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BC81B-3B9B-2D29-B14B-A534D0D5D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A6A7E-134E-BF00-C7B7-F00BADD42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230FD-15D3-A623-7626-23572FB1C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81316-A0B8-E785-133E-25EF5BEC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3E09DB-7DB7-1C8D-74B1-CF253247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FA4FCA-CE9C-4BD3-7E02-D928E8AC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DACE-58C0-41B6-5603-B50A76E6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BDE58-920E-A1BD-BD8B-4B791BB9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1E348-558F-61BF-E16C-ACAE3A36A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AC751-B506-7A27-FFC6-464BFEA3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32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FEB80-2D0C-5707-C243-B2DE80B1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1AD1C-43DD-6166-7BEA-43003CFB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2A9AA-4413-C604-9DF1-A2B9E13B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665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B9A7-183E-929E-3290-0BC63AA5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19EB1-9C8A-6C1E-9EEC-04CE79601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7514B-3A66-80B7-2C49-8658BB11A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0181D-CB72-E784-ADB1-DADB10CE1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0AA26-E104-E28D-8642-D05606F0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4C68-7C2F-6FAB-B928-002DFDE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00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D821-6190-487A-DECB-00937458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D5EB3-C5E4-F9C9-5CC6-8880E3BFD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FFC3B-9679-F0D8-4477-3DA5C6AC3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EF68B-AF38-031A-A6E1-D3AC28B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7647F-A7CF-5064-2DA5-4FC9EFEF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9D405-A41C-10F2-4CCB-1CA41999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67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89574-65D6-3CB4-DE02-9F231642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B29E9-6844-10CF-C055-208BE4FB0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E7416-7769-FC48-55E8-B5460BC4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4F64-0717-3427-84F2-6BFB719E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F86A3-50B6-2E96-177D-87757F9B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1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D0C75-B723-99A1-BCCA-E84274DE0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E2D90-1847-A087-4652-B6C58FC9A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59168-574F-5F3B-64F6-1CF75CAD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22EC7-B361-41F5-1427-F49B39A8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FF70E-C0D7-FE9A-21C3-062F812F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1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B4B4A-986C-E852-7926-EC7DFC86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2510A-5EF3-8315-61A2-615A52F1B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92BBB-CEAA-100D-A766-0F63BFC1A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888A8-89BE-4E2D-B610-19B04C6174BA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BD11A-F7EB-329A-6DDC-5BBB9B685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9457-6491-C04D-257C-2609FBB48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CE7C6-A9F6-4148-95AC-399B0EDA3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9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F804-C8C5-EE14-CAA9-527C8A326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4690"/>
            <a:ext cx="9144000" cy="623454"/>
          </a:xfrm>
        </p:spPr>
        <p:txBody>
          <a:bodyPr>
            <a:noAutofit/>
          </a:bodyPr>
          <a:lstStyle/>
          <a:p>
            <a:r>
              <a:rPr lang="en-IN" sz="4000" dirty="0"/>
              <a:t>Ecommerce Revenue Optimization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78977-3975-395A-3286-AE52B1F9FA91}"/>
              </a:ext>
            </a:extLst>
          </p:cNvPr>
          <p:cNvSpPr txBox="1"/>
          <p:nvPr/>
        </p:nvSpPr>
        <p:spPr>
          <a:xfrm>
            <a:off x="303067" y="811475"/>
            <a:ext cx="1158586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Key Insights:</a:t>
            </a:r>
          </a:p>
          <a:p>
            <a:endParaRPr lang="en-US" b="1" dirty="0"/>
          </a:p>
          <a:p>
            <a:r>
              <a:rPr lang="en-US" b="1" dirty="0"/>
              <a:t>1.Overall Performance:</a:t>
            </a:r>
          </a:p>
          <a:p>
            <a:r>
              <a:rPr lang="en-US" dirty="0"/>
              <a:t>     • Generated </a:t>
            </a:r>
            <a:r>
              <a:rPr lang="en-US" b="1" dirty="0"/>
              <a:t>485K sales</a:t>
            </a:r>
            <a:r>
              <a:rPr lang="en-US" dirty="0"/>
              <a:t> with </a:t>
            </a:r>
            <a:r>
              <a:rPr lang="en-US" b="1" dirty="0"/>
              <a:t>159K profit (~33% margin)</a:t>
            </a:r>
            <a:r>
              <a:rPr lang="en-US" dirty="0"/>
              <a:t> </a:t>
            </a:r>
          </a:p>
          <a:p>
            <a:r>
              <a:rPr lang="en-US" dirty="0"/>
              <a:t>     • Maintained </a:t>
            </a:r>
            <a:r>
              <a:rPr lang="en-US" b="1" dirty="0"/>
              <a:t>stable demand</a:t>
            </a:r>
            <a:r>
              <a:rPr lang="en-US" dirty="0"/>
              <a:t> with consistent order volume </a:t>
            </a:r>
          </a:p>
          <a:p>
            <a:endParaRPr lang="en-US" dirty="0"/>
          </a:p>
          <a:p>
            <a:r>
              <a:rPr lang="en-US" b="1" dirty="0"/>
              <a:t>2.Regional Performance:</a:t>
            </a:r>
          </a:p>
          <a:p>
            <a:r>
              <a:rPr lang="en-US" b="1" dirty="0"/>
              <a:t>     • Europe &amp; North America</a:t>
            </a:r>
            <a:r>
              <a:rPr lang="en-US" dirty="0"/>
              <a:t> are top profit drivers </a:t>
            </a:r>
          </a:p>
          <a:p>
            <a:r>
              <a:rPr lang="en-US" b="1" dirty="0"/>
              <a:t>     • Asia Pacific</a:t>
            </a:r>
            <a:r>
              <a:rPr lang="en-US" dirty="0"/>
              <a:t> shows steady growth potential </a:t>
            </a:r>
          </a:p>
          <a:p>
            <a:r>
              <a:rPr lang="en-US" b="1" dirty="0"/>
              <a:t>     • South America &amp; MEA</a:t>
            </a:r>
            <a:r>
              <a:rPr lang="en-US" dirty="0"/>
              <a:t> are underperforming </a:t>
            </a:r>
          </a:p>
          <a:p>
            <a:endParaRPr lang="en-US" dirty="0"/>
          </a:p>
          <a:p>
            <a:r>
              <a:rPr lang="en-US" dirty="0"/>
              <a:t>👉 Focus: Improve low-performing regions while maintaining strong markets</a:t>
            </a:r>
          </a:p>
          <a:p>
            <a:endParaRPr lang="en-US" dirty="0"/>
          </a:p>
          <a:p>
            <a:r>
              <a:rPr lang="en-US" b="1" dirty="0"/>
              <a:t>3.Sales Trend:</a:t>
            </a:r>
          </a:p>
          <a:p>
            <a:r>
              <a:rPr lang="en-US" dirty="0"/>
              <a:t>     • Sales show an </a:t>
            </a:r>
            <a:r>
              <a:rPr lang="en-US" b="1" dirty="0"/>
              <a:t>overall upward trend with fluctuations</a:t>
            </a:r>
            <a:r>
              <a:rPr lang="en-US" dirty="0"/>
              <a:t> </a:t>
            </a:r>
          </a:p>
          <a:p>
            <a:r>
              <a:rPr lang="en-US" b="1" dirty="0"/>
              <a:t>     • October is peak month</a:t>
            </a:r>
            <a:r>
              <a:rPr lang="en-US" dirty="0"/>
              <a:t>, August shows a dip </a:t>
            </a:r>
          </a:p>
          <a:p>
            <a:r>
              <a:rPr lang="en-US" dirty="0"/>
              <a:t>     • Strong performance in </a:t>
            </a:r>
            <a:r>
              <a:rPr lang="en-US" b="1" dirty="0"/>
              <a:t>Q4 (Oct–Dec)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👉 Insight: Clear </a:t>
            </a:r>
            <a:r>
              <a:rPr lang="en-US" b="1" dirty="0"/>
              <a:t>seasonality in business performance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51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16748A-4D44-367D-6BC3-B84D4B91BE91}"/>
              </a:ext>
            </a:extLst>
          </p:cNvPr>
          <p:cNvSpPr txBox="1"/>
          <p:nvPr/>
        </p:nvSpPr>
        <p:spPr>
          <a:xfrm>
            <a:off x="363683" y="124691"/>
            <a:ext cx="1133648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4.Category Performance:</a:t>
            </a:r>
          </a:p>
          <a:p>
            <a:r>
              <a:rPr lang="en-US" b="1" dirty="0"/>
              <a:t>     • Technology dominates</a:t>
            </a:r>
            <a:r>
              <a:rPr lang="en-US" dirty="0"/>
              <a:t> overall sales </a:t>
            </a:r>
          </a:p>
          <a:p>
            <a:r>
              <a:rPr lang="en-US" b="1" dirty="0"/>
              <a:t>     • Furniture</a:t>
            </a:r>
            <a:r>
              <a:rPr lang="en-US" dirty="0"/>
              <a:t> performs well </a:t>
            </a:r>
          </a:p>
          <a:p>
            <a:r>
              <a:rPr lang="en-US" b="1" dirty="0"/>
              <a:t>     • Office Supplies</a:t>
            </a:r>
            <a:r>
              <a:rPr lang="en-US" dirty="0"/>
              <a:t> contributes the least </a:t>
            </a:r>
          </a:p>
          <a:p>
            <a:endParaRPr lang="en-US" dirty="0"/>
          </a:p>
          <a:p>
            <a:r>
              <a:rPr lang="en-US" dirty="0"/>
              <a:t>👉 Insight:  High dependency on one category → diversification needed</a:t>
            </a:r>
          </a:p>
          <a:p>
            <a:endParaRPr lang="en-US" dirty="0"/>
          </a:p>
          <a:p>
            <a:r>
              <a:rPr lang="en-US" b="1" dirty="0"/>
              <a:t>5.Customer Segments:</a:t>
            </a:r>
          </a:p>
          <a:p>
            <a:r>
              <a:rPr lang="en-US" b="1" dirty="0"/>
              <a:t>     • Consumer segment leads (~50%)</a:t>
            </a:r>
            <a:r>
              <a:rPr lang="en-US" dirty="0"/>
              <a:t> </a:t>
            </a:r>
          </a:p>
          <a:p>
            <a:r>
              <a:rPr lang="en-US" b="1" dirty="0"/>
              <a:t>     • Corporate segment</a:t>
            </a:r>
            <a:r>
              <a:rPr lang="en-US" dirty="0"/>
              <a:t> has strong growth potential </a:t>
            </a:r>
          </a:p>
          <a:p>
            <a:r>
              <a:rPr lang="en-US" b="1" dirty="0"/>
              <a:t>     • Home Office</a:t>
            </a:r>
            <a:r>
              <a:rPr lang="en-US" dirty="0"/>
              <a:t> is lowest </a:t>
            </a:r>
          </a:p>
          <a:p>
            <a:endParaRPr lang="en-US" dirty="0"/>
          </a:p>
          <a:p>
            <a:r>
              <a:rPr lang="en-US" dirty="0"/>
              <a:t>👉 Insight:  Opportunity to expand in </a:t>
            </a:r>
            <a:r>
              <a:rPr lang="en-US" b="1" dirty="0"/>
              <a:t>B2B (Corporate)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6.Country Performance:</a:t>
            </a:r>
          </a:p>
          <a:p>
            <a:r>
              <a:rPr lang="en-US" b="1" dirty="0"/>
              <a:t>     • Mexico, Canada, USA</a:t>
            </a:r>
            <a:r>
              <a:rPr lang="en-US" dirty="0"/>
              <a:t> are top contributors </a:t>
            </a:r>
          </a:p>
          <a:p>
            <a:r>
              <a:rPr lang="en-US" dirty="0"/>
              <a:t>     • Some global markets show weaker performance </a:t>
            </a:r>
          </a:p>
          <a:p>
            <a:endParaRPr lang="en-US" dirty="0"/>
          </a:p>
          <a:p>
            <a:r>
              <a:rPr lang="en-US" dirty="0"/>
              <a:t>👉 Insight:  Strong </a:t>
            </a:r>
            <a:r>
              <a:rPr lang="en-US" b="1" dirty="0"/>
              <a:t>North America dominance</a:t>
            </a:r>
          </a:p>
          <a:p>
            <a:endParaRPr lang="en-US" dirty="0"/>
          </a:p>
          <a:p>
            <a:r>
              <a:rPr lang="en-US" b="1" dirty="0"/>
              <a:t>7.Customer Satisfaction:</a:t>
            </a:r>
          </a:p>
          <a:p>
            <a:r>
              <a:rPr lang="en-US" dirty="0"/>
              <a:t>     • Ratings are </a:t>
            </a:r>
            <a:r>
              <a:rPr lang="en-US" b="1" dirty="0"/>
              <a:t>average (3.1 – 3.4)</a:t>
            </a:r>
            <a:r>
              <a:rPr lang="en-US" dirty="0"/>
              <a:t> </a:t>
            </a:r>
          </a:p>
          <a:p>
            <a:r>
              <a:rPr lang="en-US" dirty="0"/>
              <a:t>     • No product stands out significantly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0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48BF3-0AD0-1DF1-D9C9-E39D3884D1A9}"/>
              </a:ext>
            </a:extLst>
          </p:cNvPr>
          <p:cNvSpPr txBox="1"/>
          <p:nvPr/>
        </p:nvSpPr>
        <p:spPr>
          <a:xfrm>
            <a:off x="353291" y="103909"/>
            <a:ext cx="114403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👉 Insight: Improve </a:t>
            </a:r>
            <a:r>
              <a:rPr lang="en-US" b="1" dirty="0"/>
              <a:t>product quality &amp; experience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8.Payment Behavior:</a:t>
            </a:r>
          </a:p>
          <a:p>
            <a:r>
              <a:rPr lang="en-US" b="1" dirty="0"/>
              <a:t>     • Credit Card &amp; PayPal</a:t>
            </a:r>
            <a:r>
              <a:rPr lang="en-US" dirty="0"/>
              <a:t> are most used </a:t>
            </a:r>
          </a:p>
          <a:p>
            <a:r>
              <a:rPr lang="en-US" dirty="0"/>
              <a:t>     • Digital payments dominate </a:t>
            </a:r>
          </a:p>
          <a:p>
            <a:endParaRPr lang="en-US" dirty="0"/>
          </a:p>
          <a:p>
            <a:r>
              <a:rPr lang="en-US" dirty="0"/>
              <a:t>👉 Insight: Customers trust </a:t>
            </a:r>
            <a:r>
              <a:rPr lang="en-US" b="1" dirty="0"/>
              <a:t>online payment systems</a:t>
            </a:r>
            <a:endParaRPr lang="en-US" dirty="0"/>
          </a:p>
          <a:p>
            <a:br>
              <a:rPr lang="en-US" dirty="0"/>
            </a:br>
            <a:r>
              <a:rPr lang="en-US" dirty="0"/>
              <a:t>9.</a:t>
            </a:r>
            <a:r>
              <a:rPr lang="en-US" b="1" dirty="0"/>
              <a:t>Profit vs Discount:</a:t>
            </a:r>
          </a:p>
          <a:p>
            <a:r>
              <a:rPr lang="en-US" dirty="0"/>
              <a:t>     • Higher discounts → </a:t>
            </a:r>
            <a:r>
              <a:rPr lang="en-US" b="1" dirty="0"/>
              <a:t>lower profit margins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👉 Insight:  Need better </a:t>
            </a:r>
            <a:r>
              <a:rPr lang="en-US" b="1" dirty="0"/>
              <a:t>pricing &amp; discount strategy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🚀 Final Business Insight:-</a:t>
            </a:r>
          </a:p>
          <a:p>
            <a:r>
              <a:rPr lang="en-US" dirty="0"/>
              <a:t>          • Strong growth with </a:t>
            </a:r>
            <a:r>
              <a:rPr lang="en-US" b="1" dirty="0"/>
              <a:t>healthy profitability</a:t>
            </a:r>
            <a:r>
              <a:rPr lang="en-US" dirty="0"/>
              <a:t> </a:t>
            </a:r>
          </a:p>
          <a:p>
            <a:r>
              <a:rPr lang="en-US" dirty="0"/>
              <a:t>          • Business driven by </a:t>
            </a:r>
            <a:r>
              <a:rPr lang="en-US" b="1" dirty="0"/>
              <a:t>Technology + Consumer segment</a:t>
            </a:r>
            <a:r>
              <a:rPr lang="en-US" dirty="0"/>
              <a:t> </a:t>
            </a:r>
          </a:p>
          <a:p>
            <a:r>
              <a:rPr lang="en-US" dirty="0"/>
              <a:t>          • Key improvements needed in: </a:t>
            </a:r>
          </a:p>
          <a:p>
            <a:pPr lvl="1"/>
            <a:r>
              <a:rPr lang="en-US" dirty="0"/>
              <a:t>• Low-performing regions </a:t>
            </a:r>
          </a:p>
          <a:p>
            <a:pPr lvl="1"/>
            <a:r>
              <a:rPr lang="en-US" dirty="0"/>
              <a:t>• Product quality </a:t>
            </a:r>
          </a:p>
          <a:p>
            <a:pPr lvl="1"/>
            <a:r>
              <a:rPr lang="en-US" dirty="0"/>
              <a:t>• Discount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597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341</Words>
  <Application>Microsoft Office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Ecommerce Revenue Optimization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Shah</dc:creator>
  <cp:lastModifiedBy>Rohan Shah</cp:lastModifiedBy>
  <cp:revision>1</cp:revision>
  <dcterms:created xsi:type="dcterms:W3CDTF">2026-04-08T17:41:09Z</dcterms:created>
  <dcterms:modified xsi:type="dcterms:W3CDTF">2026-04-08T18:06:39Z</dcterms:modified>
</cp:coreProperties>
</file>